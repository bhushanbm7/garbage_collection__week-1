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16E6A-86E4-4004-B0AC-5D0A8DDDB0C1}" v="72" dt="2025-07-05T13:43:19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398" y="360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26" Type="http://schemas.microsoft.com/office/2015/10/relationships/revisionInfo" Target="revisionInfo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shan mehar" userId="4447dc47420c040e" providerId="LiveId" clId="{68E16E6A-86E4-4004-B0AC-5D0A8DDDB0C1}"/>
    <pc:docChg chg="undo redo custSel modSld">
      <pc:chgData name="bhushan mehar" userId="4447dc47420c040e" providerId="LiveId" clId="{68E16E6A-86E4-4004-B0AC-5D0A8DDDB0C1}" dt="2025-07-05T13:43:55.956" v="357" actId="2710"/>
      <pc:docMkLst>
        <pc:docMk/>
      </pc:docMkLst>
      <pc:sldChg chg="modSp mod">
        <pc:chgData name="bhushan mehar" userId="4447dc47420c040e" providerId="LiveId" clId="{68E16E6A-86E4-4004-B0AC-5D0A8DDDB0C1}" dt="2025-07-05T12:46:48.129" v="22" actId="121"/>
        <pc:sldMkLst>
          <pc:docMk/>
          <pc:sldMk cId="367127615" sldId="256"/>
        </pc:sldMkLst>
        <pc:spChg chg="mod">
          <ac:chgData name="bhushan mehar" userId="4447dc47420c040e" providerId="LiveId" clId="{68E16E6A-86E4-4004-B0AC-5D0A8DDDB0C1}" dt="2025-07-05T12:46:48.129" v="22" actId="121"/>
          <ac:spMkLst>
            <pc:docMk/>
            <pc:sldMk cId="367127615" sldId="256"/>
            <ac:spMk id="5" creationId="{D5067E9C-C7B9-4476-9708-CBB3F66FD892}"/>
          </ac:spMkLst>
        </pc:spChg>
      </pc:sldChg>
      <pc:sldChg chg="addSp delSp modSp mod">
        <pc:chgData name="bhushan mehar" userId="4447dc47420c040e" providerId="LiveId" clId="{68E16E6A-86E4-4004-B0AC-5D0A8DDDB0C1}" dt="2025-07-05T13:43:55.956" v="357" actId="2710"/>
        <pc:sldMkLst>
          <pc:docMk/>
          <pc:sldMk cId="2932052481" sldId="257"/>
        </pc:sldMkLst>
        <pc:spChg chg="add del mod">
          <ac:chgData name="bhushan mehar" userId="4447dc47420c040e" providerId="LiveId" clId="{68E16E6A-86E4-4004-B0AC-5D0A8DDDB0C1}" dt="2025-07-05T13:04:56.620" v="34"/>
          <ac:spMkLst>
            <pc:docMk/>
            <pc:sldMk cId="2932052481" sldId="257"/>
            <ac:spMk id="8" creationId="{B3D3DCCF-C2D2-B082-D40F-BCCD476D1E60}"/>
          </ac:spMkLst>
        </pc:spChg>
        <pc:spChg chg="add">
          <ac:chgData name="bhushan mehar" userId="4447dc47420c040e" providerId="LiveId" clId="{68E16E6A-86E4-4004-B0AC-5D0A8DDDB0C1}" dt="2025-07-05T13:03:56.978" v="27"/>
          <ac:spMkLst>
            <pc:docMk/>
            <pc:sldMk cId="2932052481" sldId="257"/>
            <ac:spMk id="9" creationId="{5DCEEA48-D20E-7F28-1B9F-D85A1158D0A0}"/>
          </ac:spMkLst>
        </pc:spChg>
        <pc:spChg chg="add mod">
          <ac:chgData name="bhushan mehar" userId="4447dc47420c040e" providerId="LiveId" clId="{68E16E6A-86E4-4004-B0AC-5D0A8DDDB0C1}" dt="2025-07-05T13:43:55.956" v="357" actId="2710"/>
          <ac:spMkLst>
            <pc:docMk/>
            <pc:sldMk cId="2932052481" sldId="257"/>
            <ac:spMk id="10" creationId="{25FBDE59-8BA5-7EA6-851A-01E9653CC515}"/>
          </ac:spMkLst>
        </pc:spChg>
      </pc:sldChg>
      <pc:sldChg chg="addSp delSp modSp mod">
        <pc:chgData name="bhushan mehar" userId="4447dc47420c040e" providerId="LiveId" clId="{68E16E6A-86E4-4004-B0AC-5D0A8DDDB0C1}" dt="2025-07-05T13:15:47.783" v="125" actId="255"/>
        <pc:sldMkLst>
          <pc:docMk/>
          <pc:sldMk cId="564571264" sldId="258"/>
        </pc:sldMkLst>
        <pc:spChg chg="add del mod">
          <ac:chgData name="bhushan mehar" userId="4447dc47420c040e" providerId="LiveId" clId="{68E16E6A-86E4-4004-B0AC-5D0A8DDDB0C1}" dt="2025-07-05T13:06:29.295" v="54" actId="478"/>
          <ac:spMkLst>
            <pc:docMk/>
            <pc:sldMk cId="564571264" sldId="258"/>
            <ac:spMk id="2" creationId="{BD9C0A59-BE8C-CE7E-294E-C36808E6F051}"/>
          </ac:spMkLst>
        </pc:spChg>
        <pc:spChg chg="add">
          <ac:chgData name="bhushan mehar" userId="4447dc47420c040e" providerId="LiveId" clId="{68E16E6A-86E4-4004-B0AC-5D0A8DDDB0C1}" dt="2025-07-05T13:06:08.645" v="47"/>
          <ac:spMkLst>
            <pc:docMk/>
            <pc:sldMk cId="564571264" sldId="258"/>
            <ac:spMk id="4" creationId="{8756C922-CD16-5B5D-77BC-340FE9B32B2A}"/>
          </ac:spMkLst>
        </pc:spChg>
        <pc:spChg chg="add">
          <ac:chgData name="bhushan mehar" userId="4447dc47420c040e" providerId="LiveId" clId="{68E16E6A-86E4-4004-B0AC-5D0A8DDDB0C1}" dt="2025-07-05T13:06:18.457" v="51"/>
          <ac:spMkLst>
            <pc:docMk/>
            <pc:sldMk cId="564571264" sldId="258"/>
            <ac:spMk id="5" creationId="{8486E07D-925D-761A-EF82-D4460C8CE1CD}"/>
          </ac:spMkLst>
        </pc:spChg>
        <pc:spChg chg="add del mod">
          <ac:chgData name="bhushan mehar" userId="4447dc47420c040e" providerId="LiveId" clId="{68E16E6A-86E4-4004-B0AC-5D0A8DDDB0C1}" dt="2025-07-05T13:15:47.783" v="125" actId="255"/>
          <ac:spMkLst>
            <pc:docMk/>
            <pc:sldMk cId="564571264" sldId="258"/>
            <ac:spMk id="6" creationId="{F1F1DD7B-0D81-042B-31AF-D00273960991}"/>
          </ac:spMkLst>
        </pc:spChg>
      </pc:sldChg>
      <pc:sldChg chg="addSp delSp modSp mod">
        <pc:chgData name="bhushan mehar" userId="4447dc47420c040e" providerId="LiveId" clId="{68E16E6A-86E4-4004-B0AC-5D0A8DDDB0C1}" dt="2025-07-05T13:39:08.331" v="336" actId="255"/>
        <pc:sldMkLst>
          <pc:docMk/>
          <pc:sldMk cId="2706790016" sldId="259"/>
        </pc:sldMkLst>
        <pc:spChg chg="add mod">
          <ac:chgData name="bhushan mehar" userId="4447dc47420c040e" providerId="LiveId" clId="{68E16E6A-86E4-4004-B0AC-5D0A8DDDB0C1}" dt="2025-07-05T13:09:36.395" v="87" actId="1076"/>
          <ac:spMkLst>
            <pc:docMk/>
            <pc:sldMk cId="2706790016" sldId="259"/>
            <ac:spMk id="2" creationId="{19565756-BB1C-54BB-B2B3-2BCA5BDB4A2E}"/>
          </ac:spMkLst>
        </pc:spChg>
        <pc:spChg chg="add del mod">
          <ac:chgData name="bhushan mehar" userId="4447dc47420c040e" providerId="LiveId" clId="{68E16E6A-86E4-4004-B0AC-5D0A8DDDB0C1}" dt="2025-07-05T13:10:17.829" v="92" actId="478"/>
          <ac:spMkLst>
            <pc:docMk/>
            <pc:sldMk cId="2706790016" sldId="259"/>
            <ac:spMk id="4" creationId="{04089AC0-D1E4-DF98-A895-D9E5EAE46692}"/>
          </ac:spMkLst>
        </pc:spChg>
        <pc:spChg chg="add del mod">
          <ac:chgData name="bhushan mehar" userId="4447dc47420c040e" providerId="LiveId" clId="{68E16E6A-86E4-4004-B0AC-5D0A8DDDB0C1}" dt="2025-07-05T13:09:40.482" v="90"/>
          <ac:spMkLst>
            <pc:docMk/>
            <pc:sldMk cId="2706790016" sldId="259"/>
            <ac:spMk id="5" creationId="{830C296D-26EE-3002-4FD3-D0E8E379BA36}"/>
          </ac:spMkLst>
        </pc:spChg>
        <pc:spChg chg="add del">
          <ac:chgData name="bhushan mehar" userId="4447dc47420c040e" providerId="LiveId" clId="{68E16E6A-86E4-4004-B0AC-5D0A8DDDB0C1}" dt="2025-07-05T13:10:17.829" v="92" actId="478"/>
          <ac:spMkLst>
            <pc:docMk/>
            <pc:sldMk cId="2706790016" sldId="259"/>
            <ac:spMk id="6" creationId="{30C51680-1D5F-1AE6-8184-ABD980F68B8F}"/>
          </ac:spMkLst>
        </pc:spChg>
        <pc:spChg chg="add">
          <ac:chgData name="bhushan mehar" userId="4447dc47420c040e" providerId="LiveId" clId="{68E16E6A-86E4-4004-B0AC-5D0A8DDDB0C1}" dt="2025-07-05T13:37:54.090" v="324"/>
          <ac:spMkLst>
            <pc:docMk/>
            <pc:sldMk cId="2706790016" sldId="259"/>
            <ac:spMk id="6" creationId="{DD21528F-7F04-1584-9CF5-72F04288E428}"/>
          </ac:spMkLst>
        </pc:spChg>
        <pc:spChg chg="add del mod">
          <ac:chgData name="bhushan mehar" userId="4447dc47420c040e" providerId="LiveId" clId="{68E16E6A-86E4-4004-B0AC-5D0A8DDDB0C1}" dt="2025-07-05T13:38:51.163" v="334"/>
          <ac:spMkLst>
            <pc:docMk/>
            <pc:sldMk cId="2706790016" sldId="259"/>
            <ac:spMk id="7" creationId="{871C2D8E-AEB1-BAE1-E2E7-DD3DBB4BC206}"/>
          </ac:spMkLst>
        </pc:spChg>
        <pc:spChg chg="add mod">
          <ac:chgData name="bhushan mehar" userId="4447dc47420c040e" providerId="LiveId" clId="{68E16E6A-86E4-4004-B0AC-5D0A8DDDB0C1}" dt="2025-07-05T13:39:08.331" v="336" actId="255"/>
          <ac:spMkLst>
            <pc:docMk/>
            <pc:sldMk cId="2706790016" sldId="259"/>
            <ac:spMk id="8" creationId="{16E813D2-173A-246E-C473-6D3F51220B23}"/>
          </ac:spMkLst>
        </pc:spChg>
        <pc:picChg chg="add mod">
          <ac:chgData name="bhushan mehar" userId="4447dc47420c040e" providerId="LiveId" clId="{68E16E6A-86E4-4004-B0AC-5D0A8DDDB0C1}" dt="2025-07-05T13:35:37.977" v="323"/>
          <ac:picMkLst>
            <pc:docMk/>
            <pc:sldMk cId="2706790016" sldId="259"/>
            <ac:picMk id="5" creationId="{4B7180DA-AF7F-3500-E5F3-ECDA556ADA77}"/>
          </ac:picMkLst>
        </pc:picChg>
      </pc:sldChg>
      <pc:sldChg chg="addSp modSp mod">
        <pc:chgData name="bhushan mehar" userId="4447dc47420c040e" providerId="LiveId" clId="{68E16E6A-86E4-4004-B0AC-5D0A8DDDB0C1}" dt="2025-07-05T13:16:30.449" v="131" actId="20577"/>
        <pc:sldMkLst>
          <pc:docMk/>
          <pc:sldMk cId="31965923" sldId="260"/>
        </pc:sldMkLst>
        <pc:spChg chg="add mod">
          <ac:chgData name="bhushan mehar" userId="4447dc47420c040e" providerId="LiveId" clId="{68E16E6A-86E4-4004-B0AC-5D0A8DDDB0C1}" dt="2025-07-05T13:16:30.449" v="131" actId="20577"/>
          <ac:spMkLst>
            <pc:docMk/>
            <pc:sldMk cId="31965923" sldId="260"/>
            <ac:spMk id="2" creationId="{580DD12C-BA11-D11D-FB6D-AD4BAF9ABAB0}"/>
          </ac:spMkLst>
        </pc:spChg>
      </pc:sldChg>
      <pc:sldChg chg="addSp modSp mod">
        <pc:chgData name="bhushan mehar" userId="4447dc47420c040e" providerId="LiveId" clId="{68E16E6A-86E4-4004-B0AC-5D0A8DDDB0C1}" dt="2025-07-05T13:40:29.100" v="346" actId="1076"/>
        <pc:sldMkLst>
          <pc:docMk/>
          <pc:sldMk cId="3002968868" sldId="261"/>
        </pc:sldMkLst>
        <pc:spChg chg="add mod">
          <ac:chgData name="bhushan mehar" userId="4447dc47420c040e" providerId="LiveId" clId="{68E16E6A-86E4-4004-B0AC-5D0A8DDDB0C1}" dt="2025-07-05T13:39:52.929" v="342" actId="13926"/>
          <ac:spMkLst>
            <pc:docMk/>
            <pc:sldMk cId="3002968868" sldId="261"/>
            <ac:spMk id="4" creationId="{81B66F5A-C0DE-6C39-D545-159BBF30AE34}"/>
          </ac:spMkLst>
        </pc:spChg>
        <pc:spChg chg="add mod">
          <ac:chgData name="bhushan mehar" userId="4447dc47420c040e" providerId="LiveId" clId="{68E16E6A-86E4-4004-B0AC-5D0A8DDDB0C1}" dt="2025-07-05T13:40:29.100" v="346" actId="1076"/>
          <ac:spMkLst>
            <pc:docMk/>
            <pc:sldMk cId="3002968868" sldId="261"/>
            <ac:spMk id="5" creationId="{9F29655C-5A55-9DF2-03D9-F2887B6B49B0}"/>
          </ac:spMkLst>
        </pc:spChg>
      </pc:sldChg>
      <pc:sldChg chg="addSp modSp mod">
        <pc:chgData name="bhushan mehar" userId="4447dc47420c040e" providerId="LiveId" clId="{68E16E6A-86E4-4004-B0AC-5D0A8DDDB0C1}" dt="2025-07-05T13:21:37.560" v="179" actId="255"/>
        <pc:sldMkLst>
          <pc:docMk/>
          <pc:sldMk cId="151988358" sldId="262"/>
        </pc:sldMkLst>
        <pc:spChg chg="add mod">
          <ac:chgData name="bhushan mehar" userId="4447dc47420c040e" providerId="LiveId" clId="{68E16E6A-86E4-4004-B0AC-5D0A8DDDB0C1}" dt="2025-07-05T13:21:37.560" v="179" actId="255"/>
          <ac:spMkLst>
            <pc:docMk/>
            <pc:sldMk cId="151988358" sldId="262"/>
            <ac:spMk id="4" creationId="{ABD10382-7D44-76CF-EE80-D607613F6A1E}"/>
          </ac:spMkLst>
        </pc:spChg>
      </pc:sldChg>
      <pc:sldChg chg="addSp delSp modSp mod">
        <pc:chgData name="bhushan mehar" userId="4447dc47420c040e" providerId="LiveId" clId="{68E16E6A-86E4-4004-B0AC-5D0A8DDDB0C1}" dt="2025-07-05T13:26:23.894" v="244" actId="20577"/>
        <pc:sldMkLst>
          <pc:docMk/>
          <pc:sldMk cId="1635949419" sldId="263"/>
        </pc:sldMkLst>
        <pc:spChg chg="add del mod">
          <ac:chgData name="bhushan mehar" userId="4447dc47420c040e" providerId="LiveId" clId="{68E16E6A-86E4-4004-B0AC-5D0A8DDDB0C1}" dt="2025-07-05T13:17:37.153" v="144" actId="11529"/>
          <ac:spMkLst>
            <pc:docMk/>
            <pc:sldMk cId="1635949419" sldId="263"/>
            <ac:spMk id="2" creationId="{28A48946-D381-6ADC-C25C-AFF0534AD1E1}"/>
          </ac:spMkLst>
        </pc:spChg>
        <pc:spChg chg="add mod">
          <ac:chgData name="bhushan mehar" userId="4447dc47420c040e" providerId="LiveId" clId="{68E16E6A-86E4-4004-B0AC-5D0A8DDDB0C1}" dt="2025-07-05T13:17:36.392" v="143" actId="1076"/>
          <ac:spMkLst>
            <pc:docMk/>
            <pc:sldMk cId="1635949419" sldId="263"/>
            <ac:spMk id="4" creationId="{FF7B9D24-79A1-6F57-0258-3F693B56C76A}"/>
          </ac:spMkLst>
        </pc:spChg>
        <pc:spChg chg="add mod">
          <ac:chgData name="bhushan mehar" userId="4447dc47420c040e" providerId="LiveId" clId="{68E16E6A-86E4-4004-B0AC-5D0A8DDDB0C1}" dt="2025-07-05T13:23:37.041" v="220" actId="14100"/>
          <ac:spMkLst>
            <pc:docMk/>
            <pc:sldMk cId="1635949419" sldId="263"/>
            <ac:spMk id="11" creationId="{61D0BD0A-A65A-7D7F-2772-336623BBA492}"/>
          </ac:spMkLst>
        </pc:spChg>
        <pc:spChg chg="add mod">
          <ac:chgData name="bhushan mehar" userId="4447dc47420c040e" providerId="LiveId" clId="{68E16E6A-86E4-4004-B0AC-5D0A8DDDB0C1}" dt="2025-07-05T13:26:23.894" v="244" actId="20577"/>
          <ac:spMkLst>
            <pc:docMk/>
            <pc:sldMk cId="1635949419" sldId="263"/>
            <ac:spMk id="12" creationId="{92A295A0-B34E-E33B-6650-60FA35B49E92}"/>
          </ac:spMkLst>
        </pc:spChg>
        <pc:picChg chg="add mod">
          <ac:chgData name="bhushan mehar" userId="4447dc47420c040e" providerId="LiveId" clId="{68E16E6A-86E4-4004-B0AC-5D0A8DDDB0C1}" dt="2025-07-05T13:20:33.986" v="173" actId="1440"/>
          <ac:picMkLst>
            <pc:docMk/>
            <pc:sldMk cId="1635949419" sldId="263"/>
            <ac:picMk id="6" creationId="{676764B3-3A6B-184E-B914-205ABA2D26F5}"/>
          </ac:picMkLst>
        </pc:picChg>
        <pc:picChg chg="add del mod">
          <ac:chgData name="bhushan mehar" userId="4447dc47420c040e" providerId="LiveId" clId="{68E16E6A-86E4-4004-B0AC-5D0A8DDDB0C1}" dt="2025-07-05T13:20:22.226" v="171" actId="478"/>
          <ac:picMkLst>
            <pc:docMk/>
            <pc:sldMk cId="1635949419" sldId="263"/>
            <ac:picMk id="8" creationId="{C8B83546-A328-3A5C-47FD-756CB5DCA5B2}"/>
          </ac:picMkLst>
        </pc:picChg>
        <pc:picChg chg="add mod">
          <ac:chgData name="bhushan mehar" userId="4447dc47420c040e" providerId="LiveId" clId="{68E16E6A-86E4-4004-B0AC-5D0A8DDDB0C1}" dt="2025-07-05T13:20:36.156" v="174" actId="1440"/>
          <ac:picMkLst>
            <pc:docMk/>
            <pc:sldMk cId="1635949419" sldId="263"/>
            <ac:picMk id="10" creationId="{2D8EB6EE-55EB-4CD8-3CDD-664FBAE97CE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Bhushanmehar/garbage-classifier-app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bhushanbm7/Garbage_collection__Week-1.git" TargetMode="External"/><Relationship Id="rId4" Type="http://schemas.openxmlformats.org/officeDocument/2006/relationships/hyperlink" Target="https://huggingface.co/spaces/Bhushanmehar/garbage-classifier-ap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Garbage Image Classification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5FBDE59-8BA5-7EA6-851A-01E9653CC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85" y="1526535"/>
            <a:ext cx="7290557" cy="4815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and apply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learning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pre-trained CNN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class imbalance with augmentation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role of deep learning in automated waste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model performance using accuracy and evaluation metrics.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 the model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Hugging Face.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performance of different architectures (MobileNetV3 vs EfficientNetV2B2).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9C0A59-BE8C-CE7E-294E-C36808E6F051}"/>
              </a:ext>
            </a:extLst>
          </p:cNvPr>
          <p:cNvSpPr txBox="1"/>
          <p:nvPr/>
        </p:nvSpPr>
        <p:spPr>
          <a:xfrm>
            <a:off x="914400" y="2564091"/>
            <a:ext cx="9653047" cy="3836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1F1DD7B-0D81-042B-31AF-D00273960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71" y="1560027"/>
            <a:ext cx="7530354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Python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TensorFlow,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MobileNetV3-Large, EfficientNetV2B2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Augmentation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ImageDataGenerator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scikit-learn (classification report, confusion matrix)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Matplotlib, Seaborn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IDE/Environment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Hugging Face Space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65756-BB1C-54BB-B2B3-2BCA5BDB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2550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7180DA-AF7F-3500-E5F3-ECDA556A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41687"/>
            <a:ext cx="5974080" cy="6116303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6E813D2-173A-246E-C473-6D3F51220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1454738"/>
            <a:ext cx="597408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EfficientNetV2B2: 124×124, horizontal flip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MobileNetV3-Large: 224×224, horizontal &amp; vertical flip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Normalized pixel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Setup &amp; Transfer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pre-trained EfficientNetV2B2 and MobileNetV3-Large with custom dense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layers. Base layers frozen; only top layers trained.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Imbalance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class weights and data augmentation to improve minority class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Adam optimizer and categorical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crossentropy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Measured accuracy, precision, recall, F1-score, and confusion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deployed on Hugging Face Spaces.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DD12C-BA11-D11D-FB6D-AD4BAF9ABAB0}"/>
              </a:ext>
            </a:extLst>
          </p:cNvPr>
          <p:cNvSpPr txBox="1"/>
          <p:nvPr/>
        </p:nvSpPr>
        <p:spPr>
          <a:xfrm>
            <a:off x="536714" y="2107096"/>
            <a:ext cx="10654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project, we aim to develop a sophisticated 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garbage classification system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leveraging the 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EfficientNetV2B2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architecture. Our primary dataset serves as a foundation for building models that can eventually automate waste segregation, a critical step in optimizing recycling and waste management, ultimately aiding in environmental conservation.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66F5A-C0DE-6C39-D545-159BBF30AE34}"/>
              </a:ext>
            </a:extLst>
          </p:cNvPr>
          <p:cNvSpPr txBox="1"/>
          <p:nvPr/>
        </p:nvSpPr>
        <p:spPr>
          <a:xfrm>
            <a:off x="335280" y="2089883"/>
            <a:ext cx="89585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developed a garbage classification system 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learning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both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MobileNetV3-Large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EfficientNetV2B2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Images were resized (224×224 for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124×124 for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augmented (horizontal + vertical flips for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horizontal flip for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We addressed class imbalance 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weights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Both models were fine-tuned by freezing the base and training custom classification heads. </a:t>
            </a:r>
            <a:r>
              <a:rPr lang="en-US" sz="20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MobileNetV3-Large achieved </a:t>
            </a:r>
            <a:r>
              <a:rPr lang="en-US" sz="20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92% accuracy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US" sz="2000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EfficientNetV2B2 achieved </a:t>
            </a:r>
            <a:r>
              <a:rPr lang="en-US" sz="2000" b="1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90%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demonstrating efficient and effective waste classification. The models were optionally deployed with a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user-friendly interaction.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9655C-5A55-9DF2-03D9-F2887B6B49B0}"/>
              </a:ext>
            </a:extLst>
          </p:cNvPr>
          <p:cNvSpPr txBox="1"/>
          <p:nvPr/>
        </p:nvSpPr>
        <p:spPr>
          <a:xfrm>
            <a:off x="496229" y="6011312"/>
            <a:ext cx="10197789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Website Link 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https://huggingface.co/spaces/Bhushanmehar/garbage-classifier-app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764B3-3A6B-184E-B914-205ABA2D2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" y="2270788"/>
            <a:ext cx="5082209" cy="25894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D8EB6EE-55EB-4CD8-3CDD-664FBAE97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677" y="2270788"/>
            <a:ext cx="5082209" cy="25894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D0BD0A-A65A-7D7F-2772-336623BBA492}"/>
              </a:ext>
            </a:extLst>
          </p:cNvPr>
          <p:cNvSpPr txBox="1"/>
          <p:nvPr/>
        </p:nvSpPr>
        <p:spPr>
          <a:xfrm>
            <a:off x="142241" y="5752618"/>
            <a:ext cx="95504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Website Link 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https://huggingface.co/spaces/Bhushanmehar/garbage-classifier-app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295A0-B34E-E33B-6650-60FA35B49E92}"/>
              </a:ext>
            </a:extLst>
          </p:cNvPr>
          <p:cNvSpPr txBox="1"/>
          <p:nvPr/>
        </p:nvSpPr>
        <p:spPr>
          <a:xfrm>
            <a:off x="142241" y="6251612"/>
            <a:ext cx="929639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2060"/>
                </a:solidFill>
              </a:rPr>
              <a:t>Github</a:t>
            </a:r>
            <a:r>
              <a:rPr lang="en-US" b="1" dirty="0">
                <a:solidFill>
                  <a:srgbClr val="002060"/>
                </a:solidFill>
              </a:rPr>
              <a:t> Repo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https://github.com/bhushanbm7/Garbage_collection__Week-1.git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10382-7D44-76CF-EE80-D607613F6A1E}"/>
              </a:ext>
            </a:extLst>
          </p:cNvPr>
          <p:cNvSpPr txBox="1"/>
          <p:nvPr/>
        </p:nvSpPr>
        <p:spPr>
          <a:xfrm>
            <a:off x="613457" y="1799667"/>
            <a:ext cx="98037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successfully demonstrates the use of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learning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automated garbage classification 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MobileNetV3-Large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EfficientNetV2B2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Despite facing challenges like class imbalance, both models performed well,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MobileNetV3 achieving 92% accuracy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EfficientNetV2B2 achieving 90%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Through effective preprocessing, augmentation, and model tuning, we built a system capable of supporting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waste management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lays the groundwork for real-world deployment in recycling and environmental sustainability initiatives.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67</TotalTime>
  <Words>515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bhushan mehar</cp:lastModifiedBy>
  <cp:revision>3</cp:revision>
  <dcterms:created xsi:type="dcterms:W3CDTF">2024-12-31T09:40:01Z</dcterms:created>
  <dcterms:modified xsi:type="dcterms:W3CDTF">2025-07-05T13:44:06Z</dcterms:modified>
</cp:coreProperties>
</file>